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70C0"/>
                </a:solidFill>
                <a:latin typeface="맑은 고딕"/>
              </a:defRPr>
            </a:pPr>
            <a:r>
              <a:t>DC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5A5A6E"/>
                </a:solidFill>
                <a:latin typeface="맑은 고딕"/>
              </a:defRPr>
            </a:pPr>
            <a:r>
              <a:t>프로젝트 회고: 바이브 코딩 4.5개월의 기록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00400"/>
            <a:ext cx="27432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1F1F"/>
                </a:solidFill>
                <a:latin typeface="맑은 고딕"/>
              </a:defRPr>
            </a:pPr>
            <a:r>
              <a:t>인프라 엔지니어 1명 + AI가 만든 DCIM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5A5A6E"/>
                </a:solidFill>
                <a:latin typeface="맑은 고딕"/>
              </a:defRPr>
            </a:pPr>
            <a:r>
              <a:t>576 커밋  |  44,211줄  |  135개 기능  |  AI 99%+ 작성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5A5A6E"/>
                </a:solidFill>
                <a:latin typeface="맑은 고딕"/>
              </a:defRPr>
            </a:pPr>
            <a:r>
              <a:t>2026-02 ~ 06  |  서영재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1F1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864" cy="4572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1.  프로젝트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4864" cy="45720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2.  왜 만들었나 (Before/After)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4864" cy="45720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3.  8단계 진화 타임라인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54864" cy="4572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4.  바이브 코딩의 현실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5.  CLAUDE.md: 실패가 만든 규칙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508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6.  주요 피벗 사례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24028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7.  가장 큰 깨달음: 프롬프트에서 도구로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0632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8.  미로찾기와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94760"/>
            <a:ext cx="54864" cy="4572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9.  잘한 것 / 아쉬운 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72000"/>
            <a:ext cx="54864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10.  조직 적용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숫자로 보는 DC Express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프로젝트 핵심 수치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수치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개발 기간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4.5개월 (실질 2.5개월)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개발 인원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1명 (인프라 엔지니어, 웹 개발 비전공)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총 커밋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576개 (AI 99%+ 작성)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소스 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44,211줄 / 218개 파일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API 엔드포인트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74개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페이지/뷰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39개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DB 모델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29개 (Prisma)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구현 기능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135개 (features.md 기준)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데이터 검증 스크립트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116개 작성, 31개 결과 기록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다국어 번역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511개 키 (한/영)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왜 만들었나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기존 환경의 문제와 변화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Before /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Before (기존 환경)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Grafana 대시보드 10개 이상 산재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서버 하나 확인에 3~4개 대시보드 이동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엑셀 파일 수기 자산관리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버전 혼란, 보증 만료 추적 불가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물리 배치를 담당자 기억에 의존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종이 배치도, 최신 상태 미반영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BMC/IPMI 서버별 개별 접속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용량 계획은 감에 의존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585"/>
                </a:solidFill>
                <a:latin typeface="맑은 고딕"/>
              </a:defRPr>
            </a:pPr>
            <a:r>
              <a:t>After (DC Express)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통합 39페이지 + 74개 API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서버 클릭 한 번으로 전체 메트릭 확인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DB 기반 CRUD + 라이프사이클 관리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등록 &gt; 운영 &gt; 수리 &gt; 퇴역 &gt; 폐기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Digital Twin + 랙 다이어그램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드래그&amp;드롭 배치, 온도 히트맵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웹에서 원격 전원 제어 (BMC 프록시)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12개월 예측 + PDF 리포트 자동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8단계 진화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스캐폴딩부터 품질 감사까지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Phase 1~4: 구축기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41148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교훈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1. 스캐폴딩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4/8 (1일)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프로젝트 구조, 스키마, 핵심 페이지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며칠 걸릴 뼈대를 몇 시간에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2. Docker 삽질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4/9 (1일)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Alpine &gt; Debian (Prisma 호환)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AI도 환경 차이는 부딪혀봐야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3. 기능 폭발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4/10~20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Prometheus, RBAC, CSV, SSE, i18n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속도는 압도적. 단, 실데이터에서 깨짐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4. 실데이터 고통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4말~5중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node-exporter 39커밋, BMC 39커밋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추측 코드의 대가. Data-First 탄생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Phase 5~8: 성숙기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6C2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41148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교훈</a:t>
                      </a:r>
                    </a:p>
                  </a:txBody>
                  <a:tcPr>
                    <a:solidFill>
                      <a:srgbClr val="6C2E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5. 규칙 정립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5월 중~말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CLAUDE.md 필수 규칙 축적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규칙 = 실패의 압축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6. 고도화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Digital Twin, BMC 프록시, PUE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규칙 덕에 실수 감소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7. 문서화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6/16~17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매뉴얼, PPT 56슬라이드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문서화도 AI가 코드를 읽고 작성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8. 품질 감사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6/22~25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8명 에이전트 병렬 감사 + 도구화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프롬프트에서 도구로의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바이브 코딩의 현실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빠르게 만들고, 깨지고, 고치고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커밋 유형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8A00"/>
                </a:solidFill>
                <a:latin typeface="맑은 고딕"/>
              </a:defRPr>
            </a:pPr>
            <a:r>
              <a:t>커밋 분포 (576건)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feat/add (새 기능): ~229건 (45%)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fix (수정): ~120건 (23%)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docs (문서): ~46건 (9%)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refactor: 3건 (0.6%)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기타 (update/check/sync): ~116건 (23%)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8A00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fix가 전체의 23% — 바이브 코딩의 자연스러운 리듬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"빠르게 만들고 &gt; 실환경에서 깨지고 &gt; 고치고"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Phase 4(실데이터 고통기)에 fix 집중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Prometheus/BMC 연동만 78+ fix 커밋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AI는 추측으로 코드를 짠다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실 데이터를 모르면 틀린 코드가 나옴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리팩터링은 3건뿐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기능 추가에만 집중한 대가 = 기술 부채 축적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CLAUDE.md: 실패가 만든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6개 필수 규칙의 탄생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실패에서 태어난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DC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8016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규칙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어떤 실패에서 탄생했나</a:t>
                      </a:r>
                    </a:p>
                  </a:txBody>
                  <a:tcPr>
                    <a:solidFill>
                      <a:srgbClr val="DC2E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Data-First 개발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Prometheus 쿼리를 추측으로 작성 &gt; 실데이터에서 전부 실패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폐쇄망 제약 기록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"파일로 push하세요" &gt; "여기는 폐쇄망입니다" 답변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중복 구현 방지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세션 요약으로 넘어오면서 AI가 이미 만든 기능을 다시 만듦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변경 영향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API 응답 구조 변경 &gt; 프론트엔드 3곳 깨짐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팀A/팀B 토론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AI 단독 설계 판단 &gt; 나중에 후회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검증 루틴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F1F1F"/>
                          </a:solidFill>
                          <a:latin typeface="맑은 고딕"/>
                        </a:defRPr>
                      </a:pPr>
                      <a:r>
                        <a:t>tsc + test 통과 &gt; 런타임 에러 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주요 피벗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부딪혀봐야 아는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기술적 피벗 3가지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Docker Alpine &gt; Debian Slim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Prisma의 OpenSSL 의존성이 Alpine musl과 호환 불가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fix 3번 시도 후 베이스 이미지 자체 교체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cAdvisor 전용 &gt; node-exporter 우선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cAdvisor는 hostname 형식, node-exporter는 IP:port 형식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실측 후 node-exporter가 DB 매핑에 안정적 &gt; PromQL or 폴백 전략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hostname/IP 매핑 3곳 분산 &gt; 통합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같은 매핑 로직이 3곳에 흩어져 불일치 발생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hostname-resolver.ts 단일 모듈로 리팩터링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프로덕션 빌드 전환 삽질 (4번 시도, 에이전트 12명)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ISR 프리렌더링 + pako 타입 문제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"이 에러를 어떻게 고치지?" 대신 "성공 전제 조건은?"을 물어야 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가장 큰 깨달음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프롬프트로 버텼지만, 도구로 박았어야 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06B6D4"/>
                </a:solidFill>
                <a:latin typeface="맑은 고딕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F1F1F"/>
                </a:solidFill>
                <a:latin typeface="맑은 고딕"/>
              </a:defRPr>
            </a:pPr>
            <a:r>
              <a:t>나는 모든 규칙을 "말(프롬프트)"로 유지해왔다.</a:t>
            </a:r>
            <a:br/>
            <a:r>
              <a:t>말은 매번 다시 해야 하고, 세션이 바뀌면 사라지고,</a:t>
            </a:r>
            <a:br/>
            <a:r>
              <a:t>조금씩 변형된다.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5A6E"/>
                </a:solidFill>
                <a:latin typeface="맑은 고딕"/>
              </a:defRPr>
            </a:pPr>
            <a:r>
              <a:t>세 번 반복한 프롬프트는 자산화(도구화) 신호다.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도구화 3종 — 회고 후 실제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증거 (도구화 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CLAUDE.md를 25번 수정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자동화되지 않은 규칙을 손으로 다듬어왔다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팀A/팀B를 매번 프롬프트로 호출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가장 자주 쓰는 프로세스인데 매번 새로 생성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fix 커밋이 전체의 23%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검증을 매번 수동으로 &gt; 빠뜨림 &gt; 깨짐 &gt; 고침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폐쇄망 확인 스크립트 매번 수작업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Data-First 규칙이 텍스트로만 존재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구현 완료 (도구화 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서브에이전트 (.claude/agents/)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team-a.md, team-b.md, impact-analyzer.md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이름만 호출하면 동일한 관점으로 분석 시작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훅 (SessionStart)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세션 시작 시 prisma generate 자동 실행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스키마 변경 후 불일치 오류 원천 차단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스킬 (/data-first-check, /feature-sync)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슬래시 커맨드 한 줄로 규칙 실행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폐쇄망 출력 최소화 규칙이 스킬 안에 하드코딩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미로찾기와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막다른 길을 인지하는 능력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신문 미로 vs 현실 미로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맑은 고딕"/>
              </a:defRPr>
            </a:pPr>
            <a:r>
              <a:t>신문 미로 (쉬운 문제)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시작점과 목표점이 한눈에 보인다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목표에서 거꾸로 올라가며 경로를 찾는다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갈림길에서 어디로 가야 하는지 이미 안다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틀릴 일이 거의 없다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맑은 고딕"/>
              </a:defRPr>
            </a:pPr>
            <a:r>
              <a:t>현실 미로 (AI와의 개발)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목표점이 안개 속에 있다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대략적인 방향만 있을 뿐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지금 서 있는 곳 주변만 보인다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전체 지도가 없다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갈림길에서 확률적으로 선택해야 한다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잘못된 방향으로 깊이 들어가면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그 안에서 아무리 발버둥쳐도 해결 안 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AI를 잘 쓰는 4가지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원칙 1: 같은 자리를 3번 맴돌면 멈춰라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같은 에러가 3번 반복되면 더 시도하지 말고 멈춘다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= 같은 막다른 길 안에서 벽을 더 세게 치는 것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원칙 2: AI를 바꾸지 말고, 질문을 바꿔라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나쁜 질문: "이 에러를 어떻게 고치지?" (증상)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좋은 질문: "성공 전제 조건이 뭐지?" (구조)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더 좋은 질문: "이 접근 자체가 맞는지 검증해줘" (방향)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원칙 3: 사람이 방향을 잡고, AI가 실행한다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"지금 우리가 잘못된 길에 있다"는 판단은 사람의 몫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원칙 4: 새 세션이 때로는 최고의 해결책이다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긴 대화에서 AI도 맥락에 갇힌다. 처음부터 다시 설명하면 다른 접근이 나온다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잘한 것 / 아쉬운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Keep &amp;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KPT 회고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맑은 고딕"/>
              </a:defRPr>
            </a:pPr>
            <a:r>
              <a:t>잘한 것 (Keep)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Data-First 개발 규칙 도입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116개 확인 스크립트 + 31개 결과 기록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추측 코드 &gt; 실패 사이클을 단축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CLAUDE.md를 "실패 로그의 압축판"으로 활용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6개 필수 규칙이 같은 실수 반복 방지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features.md를 Single Source of Truth로 지정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세션 넘어갈 때 중복 구현 방지에 결정적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팀A/팀B 토론 프로세스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설계 판단의 편향 방지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병렬 에이전트 활용 (4~8명 동시 투입)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맑은 고딕"/>
              </a:defRPr>
            </a:pPr>
            <a:r>
              <a:t>아쉬운 것 (Improve)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초기 기획이 더 구체적이었으면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DB 스키마, API 설계를 먼저 정의했으면 Phase 4 수정 감소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리팩터링을 미루지 말았어야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576커밋 중 refactor 3건뿐 &gt; 기술 부채 축적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테스트 커버리지 부족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8개 테스트 파일로 44,211줄은 부족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핵심 경로 테스트는 초기부터 잡았어야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폐쇄망 제약을 처음부터 기록했어야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초기 장황한 출력 &gt; 사용자 부담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커밋 메시지 규칙이 느슨했음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097280" cy="10972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1F1F"/>
                </a:solidFill>
                <a:latin typeface="맑은 고딕"/>
              </a:defRPr>
            </a:pPr>
            <a:r>
              <a:t>조직 적용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5A6E"/>
                </a:solidFill>
                <a:latin typeface="맑은 고딕"/>
              </a:defRPr>
            </a:pPr>
            <a:r>
              <a:t>바이브 코딩, 어디에 쓸 수 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657600"/>
            <a:ext cx="3657600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적합 영역 vs 부적합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맑은 고딕"/>
              </a:defRPr>
            </a:pPr>
            <a:r>
              <a:t>적합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내부 관리 도구, 대시보드, PoC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도메인 전문가가 직접 자신의 도구를 만드는 경우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외부 노출이 없는 시스템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비용 효율성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1인+AI 4.5개월·~4,500만 원 vs 외주 6~9개월·3.5~5.5억 원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비용 ~8~11배 절감 (상세: 다음 슬라이드)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맑은 고딕"/>
              </a:defRPr>
            </a:pPr>
            <a:r>
              <a:t>부적합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고객 대면 서비스 (UI 품질, 접근성, 성능)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보안 민감 시스템 (인증/결제/개인정보)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높은 가용성이 필요한 프로덕션 서비스</a:t>
            </a: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35000"/>
              </a:lnSpc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1F1F1F"/>
                </a:solidFill>
                <a:latin typeface="맑은 고딕"/>
              </a:defRPr>
            </a:pPr>
            <a:r>
              <a:t>적용 시 필수 조건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CLAUDE.md 규칙 체계 (프로젝트 헌법)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Data-First 원칙 (추측 금지)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도메인 지식을 가진 감독자</a:t>
            </a:r>
          </a:p>
          <a:p>
            <a:pPr lvl="1">
              <a:lnSpc>
                <a:spcPct val="135000"/>
              </a:lnSpc>
              <a:spcBef>
                <a:spcPts val="200"/>
              </a:spcBef>
              <a:spcAft>
                <a:spcPts val="200"/>
              </a:spcAft>
              <a:defRPr sz="1300">
                <a:solidFill>
                  <a:srgbClr val="8C8C9A"/>
                </a:solidFill>
                <a:latin typeface="맑은 고딕"/>
              </a:defRPr>
            </a:pPr>
            <a:r>
              <a:t>features.md 같은 단일 진실 공급원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1F1F"/>
                </a:solidFill>
                <a:latin typeface="맑은 고딕"/>
              </a:defRPr>
            </a:pPr>
            <a:r>
              <a:t>경제성 — 1인+AI vs 외주 개발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828800" cy="320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규모: 기능점수 ~700 FP · 44,211 LOC · API 74 · 화면 39 · DB 29모델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외주 예상 (팀 3~4명: PL·백엔드·프론트·QA)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기간 6~9개월 · 투입 25~35 맨먼스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비용 3.5~5.5억 원 (SI 대가 기준)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1인 + AI (실제)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기간 4.5개월 · 투입 4.5 맨먼스</a:t>
            </a:r>
          </a:p>
          <a:p>
            <a:pPr lvl="1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8C8C9A"/>
                </a:solidFill>
                <a:latin typeface="맑은 고딕"/>
              </a:defRPr>
            </a:pPr>
            <a:r>
              <a:t>비용 ~4,500만 원 (인건비 ~4천만 + AI 구독 ~100만)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효과: 비용 ~8~11배 절감 · 인당 생산성 ~155 FP/MM (외주 ~7~8배)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200"/>
              </a:spcAft>
              <a:defRPr sz="1600" b="0">
                <a:solidFill>
                  <a:srgbClr val="1F1F1F"/>
                </a:solidFill>
                <a:latin typeface="맑은 고딕"/>
              </a:defRPr>
            </a:pPr>
            <a:r>
              <a:t>1인 기준(AI 없이)이면 ~2.5~3년 → AI로 4.5개월 (약 6~8배 단축)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A"/>
                </a:solidFill>
                <a:latin typeface="맑은 고딕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0C0"/>
                </a:solidFill>
                <a:latin typeface="맑은 고딕"/>
              </a:defRPr>
            </a:pPr>
            <a:r>
              <a:t>핵심 메시지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27432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1F1F"/>
                </a:solidFill>
                <a:latin typeface="맑은 고딕"/>
              </a:defRPr>
            </a:pPr>
            <a:r>
              <a:t>규칙을 말로 유지하지 말고, 파일로 만들어라.</a:t>
            </a:r>
            <a:br/>
            <a:r>
              <a:t>세 번 반복한 프롬프트는 자산화(도구화) 신호다.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A5A6E"/>
                </a:solidFill>
                <a:latin typeface="맑은 고딕"/>
              </a:defRPr>
            </a:pPr>
            <a:r>
              <a:t>미로의 막다른 길을 인지하는 것은 AI가 아니라 사람의 몫이다.</a:t>
            </a:r>
            <a:br/>
            <a:r>
              <a:t>그리고 되돌아가는 용기가 있을 때, 가장 빠르게 목표에 도달한다.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486400"/>
            <a:ext cx="2743200" cy="36576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0C0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A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